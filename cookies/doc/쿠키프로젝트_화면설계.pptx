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5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A6D196-3A5A-B407-C85C-AE519D16B1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BE6E587-0E90-F8DF-C551-779C67AB8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752379-5080-64A0-3170-D75E31C45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4F407-B155-4F2A-8C22-BF87219B015C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07742A-A48E-FB00-02EA-814EFE6EC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489C93-F8A1-1618-1D7D-E5A969899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66F0-5371-492F-9FF2-EA87E21413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4533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45055-DCB5-6D55-21D9-BEF986BBC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0F8162-4D30-FBB4-E525-B19AAF39D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377E14-0EB6-4D64-3BB7-7DAD75CFA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4F407-B155-4F2A-8C22-BF87219B015C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F413BE-4937-53C1-FA9B-CB9C853FA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2606F8-1031-1CAE-8DBF-2F37240FC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66F0-5371-492F-9FF2-EA87E21413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41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1B3EA5-D6E8-6CD5-6EBB-8EE26230C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BAA427-E9E5-24C6-F4B5-29568279B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A0F223-A701-5EA1-4AEA-7AC9E8F29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4F407-B155-4F2A-8C22-BF87219B015C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8B1D3B-604D-45BF-D445-46706308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A0D6D5-9E68-6AEA-3DB4-D241B81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66F0-5371-492F-9FF2-EA87E21413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398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42371-DBEE-ACA8-F640-63DF71963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A3822F-D9FB-F985-77C4-FA4F068927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3B05CC-4471-DEE6-6302-F06731A0D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1BD0D5-FC63-0B4A-5874-D7A6B9DA7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4F407-B155-4F2A-8C22-BF87219B015C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DDB7FE-6008-ED1B-417E-418FAF774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224AAF-DFFC-6AC4-3BD7-56CB2B1B1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66F0-5371-492F-9FF2-EA87E21413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164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1BB529-F5BA-6AEC-7024-482E003F1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6F0F16-169E-0726-28C3-2C7F3A2AD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F61BF6-28B0-1893-0AA0-4BEEC403D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D5F3A6C-1154-FDBF-67E4-DE2560671D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6AA425F-CE4B-1152-FF94-29F4A147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F082232-061A-7EC6-94D1-6038D774B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4F407-B155-4F2A-8C22-BF87219B015C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05856D-F7F6-B857-93E7-527EB93F6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B73678F-59BC-A24E-50A5-7CB9CC9CC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66F0-5371-492F-9FF2-EA87E21413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370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F02A6-237E-5C75-E7C6-EB3A749D2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23DE72D-2C1B-1882-30D0-025BA9615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4F407-B155-4F2A-8C22-BF87219B015C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1337F1-61A0-F93A-6D1F-649A6336F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CA2EA5-04E4-CD94-FDD2-8E24B4BE7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66F0-5371-492F-9FF2-EA87E21413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118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88B7673-A99C-0BBE-2C94-978BE0A00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4F407-B155-4F2A-8C22-BF87219B015C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A5547F8-255E-5188-34F8-D090217A3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22F53D-3310-FD53-8976-B3E0105D5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66F0-5371-492F-9FF2-EA87E21413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427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FFC39-C86C-48FB-EE09-F44DC0D79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009C06-6AF1-984A-D0EA-9E16D1C44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CB3AB1-2CFD-A0E7-C727-670A2C85B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A4AA3E-A73F-387E-14B1-DC98535A0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4F407-B155-4F2A-8C22-BF87219B015C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500E02-BEED-3B9C-B6B1-F5A23675C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77E3FD-5F18-CC42-8BE1-A999F2DC6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66F0-5371-492F-9FF2-EA87E21413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728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01C356-E27D-CD19-E65E-EF171587F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52FD2A9-36ED-B0D0-543D-9F1C946CB7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0FE2D7-2B49-D04D-1375-1EB996CA0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C24BB1-0F9A-6E16-74F8-C25421CC0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4F407-B155-4F2A-8C22-BF87219B015C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DAD0C7-11C3-FA65-8F5F-2371E7996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C024C1-DB82-FA0B-6465-2DF5B2739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66F0-5371-492F-9FF2-EA87E21413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0260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BD3E77-7FC2-984C-CEE7-E0A46D3C4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6FC753-FB1F-8C6B-1429-3157E96EC0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4652F6-A6C2-F159-0310-DB0471333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4F407-B155-4F2A-8C22-BF87219B015C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44F6A3-D9AE-63DA-EA11-E2C5FAC0F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73B4A4-91D1-3DBC-CCBC-EFF549EAC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66F0-5371-492F-9FF2-EA87E21413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44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4665BA-E95C-6C26-35BD-B3F9B09AE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9ACF80-6AFA-B7F5-DD52-82C75D2F1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DB8714-30B2-FDE3-ABD7-AD3358B28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4F407-B155-4F2A-8C22-BF87219B015C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8F3E2-CCC6-1279-A4BF-B4F37BAE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A3F803-A2D8-5E06-1D41-A81435C63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366F0-5371-492F-9FF2-EA87E21413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679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9E1A2DA-E601-35FC-F3C9-CC8AC6D8F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627722-9551-E622-AE67-101BD2715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7C24C0-5BDD-5C87-F9CF-2BAF282A2B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4F407-B155-4F2A-8C22-BF87219B015C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7A1D9E-27B5-D865-D53F-56A3D54096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0A04CA-5E49-4399-5ADE-4A25EADF5A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7366F0-5371-492F-9FF2-EA87E21413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178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2243B-FD88-F3C1-DE3D-2757A37298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쿠키 프로젝트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5AD2F54-F95D-6904-F8D1-4A6F03C4D4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630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0B2F2D-58A6-9AF8-313E-3381FB82C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4622"/>
          </a:xfrm>
        </p:spPr>
        <p:txBody>
          <a:bodyPr/>
          <a:lstStyle/>
          <a:p>
            <a:r>
              <a:rPr lang="ko-KR" altLang="en-US" dirty="0"/>
              <a:t>쿠키 추가 메뉴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B9DFFF5-A51B-31AA-6BD3-983DB5C96C8B}"/>
              </a:ext>
            </a:extLst>
          </p:cNvPr>
          <p:cNvSpPr/>
          <p:nvPr/>
        </p:nvSpPr>
        <p:spPr>
          <a:xfrm>
            <a:off x="909431" y="1197662"/>
            <a:ext cx="10515600" cy="571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쿠키 이름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8E4550B-81B4-98FB-F519-C26C45ACD9AC}"/>
              </a:ext>
            </a:extLst>
          </p:cNvPr>
          <p:cNvSpPr/>
          <p:nvPr/>
        </p:nvSpPr>
        <p:spPr>
          <a:xfrm>
            <a:off x="909431" y="2002731"/>
            <a:ext cx="2469874" cy="571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재료추가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F41278A-02AD-E69B-36EE-39259F20C211}"/>
              </a:ext>
            </a:extLst>
          </p:cNvPr>
          <p:cNvSpPr/>
          <p:nvPr/>
        </p:nvSpPr>
        <p:spPr>
          <a:xfrm>
            <a:off x="2564296" y="2802832"/>
            <a:ext cx="4880113" cy="571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재료이름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EBB416-6DDA-73E8-69EE-0FD08C88173D}"/>
              </a:ext>
            </a:extLst>
          </p:cNvPr>
          <p:cNvSpPr/>
          <p:nvPr/>
        </p:nvSpPr>
        <p:spPr>
          <a:xfrm>
            <a:off x="7543800" y="2802832"/>
            <a:ext cx="1843709" cy="571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단위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A91490-40D4-1C20-9B87-97DAC3EF0A94}"/>
              </a:ext>
            </a:extLst>
          </p:cNvPr>
          <p:cNvSpPr/>
          <p:nvPr/>
        </p:nvSpPr>
        <p:spPr>
          <a:xfrm>
            <a:off x="9437204" y="2802832"/>
            <a:ext cx="1933161" cy="571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중량</a:t>
            </a:r>
            <a:r>
              <a:rPr lang="en-US" altLang="ko-KR" dirty="0"/>
              <a:t>/</a:t>
            </a:r>
            <a:r>
              <a:rPr lang="ko-KR" altLang="en-US" dirty="0"/>
              <a:t>용량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A7FF88D-7799-4DA3-4B78-32DB853FFDF5}"/>
              </a:ext>
            </a:extLst>
          </p:cNvPr>
          <p:cNvSpPr/>
          <p:nvPr/>
        </p:nvSpPr>
        <p:spPr>
          <a:xfrm>
            <a:off x="939248" y="2802832"/>
            <a:ext cx="1575353" cy="571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재료분류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4B54734-DA88-B82E-1F26-29BBF085D708}"/>
              </a:ext>
            </a:extLst>
          </p:cNvPr>
          <p:cNvSpPr/>
          <p:nvPr/>
        </p:nvSpPr>
        <p:spPr>
          <a:xfrm>
            <a:off x="2564296" y="4068415"/>
            <a:ext cx="4880113" cy="571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재료이름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14F30EC-D06C-B5D7-007F-904A09B05756}"/>
              </a:ext>
            </a:extLst>
          </p:cNvPr>
          <p:cNvSpPr/>
          <p:nvPr/>
        </p:nvSpPr>
        <p:spPr>
          <a:xfrm>
            <a:off x="7543800" y="4068415"/>
            <a:ext cx="1843709" cy="571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단위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4D196F-A07A-1B3A-95D9-C51B9358C94B}"/>
              </a:ext>
            </a:extLst>
          </p:cNvPr>
          <p:cNvSpPr/>
          <p:nvPr/>
        </p:nvSpPr>
        <p:spPr>
          <a:xfrm>
            <a:off x="9437204" y="4068415"/>
            <a:ext cx="1933161" cy="571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중량</a:t>
            </a:r>
            <a:r>
              <a:rPr lang="en-US" altLang="ko-KR" dirty="0"/>
              <a:t>/</a:t>
            </a:r>
            <a:r>
              <a:rPr lang="ko-KR" altLang="en-US" dirty="0"/>
              <a:t>용량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17F9FE1-E5A8-8EAF-DE31-6521B3689E28}"/>
              </a:ext>
            </a:extLst>
          </p:cNvPr>
          <p:cNvSpPr/>
          <p:nvPr/>
        </p:nvSpPr>
        <p:spPr>
          <a:xfrm>
            <a:off x="939248" y="4068415"/>
            <a:ext cx="1575353" cy="571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재료분류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10C931-DE21-401B-4C9F-B5088D906CC4}"/>
              </a:ext>
            </a:extLst>
          </p:cNvPr>
          <p:cNvSpPr/>
          <p:nvPr/>
        </p:nvSpPr>
        <p:spPr>
          <a:xfrm>
            <a:off x="939249" y="3424028"/>
            <a:ext cx="10431116" cy="571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동적추가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42A9A2A-BD1C-9AB5-9CF1-D8A74ACD887B}"/>
              </a:ext>
            </a:extLst>
          </p:cNvPr>
          <p:cNvSpPr/>
          <p:nvPr/>
        </p:nvSpPr>
        <p:spPr>
          <a:xfrm>
            <a:off x="939248" y="4800597"/>
            <a:ext cx="2469874" cy="571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첨부파일 추가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4E9D151-61A7-A35D-3AE8-5FF0F664B6B5}"/>
              </a:ext>
            </a:extLst>
          </p:cNvPr>
          <p:cNvSpPr/>
          <p:nvPr/>
        </p:nvSpPr>
        <p:spPr>
          <a:xfrm>
            <a:off x="939248" y="5444984"/>
            <a:ext cx="10431116" cy="571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첨부파일</a:t>
            </a:r>
            <a:r>
              <a:rPr lang="en-US" altLang="ko-KR" dirty="0"/>
              <a:t>1 ~ 5</a:t>
            </a:r>
            <a:r>
              <a:rPr lang="ko-KR" altLang="en-US" dirty="0"/>
              <a:t>개까지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FB69B95-1CEE-AA17-BA01-2CBC965F1056}"/>
              </a:ext>
            </a:extLst>
          </p:cNvPr>
          <p:cNvSpPr/>
          <p:nvPr/>
        </p:nvSpPr>
        <p:spPr>
          <a:xfrm>
            <a:off x="909431" y="6089371"/>
            <a:ext cx="1813891" cy="5715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추가</a:t>
            </a:r>
          </a:p>
        </p:txBody>
      </p:sp>
    </p:spTree>
    <p:extLst>
      <p:ext uri="{BB962C8B-B14F-4D97-AF65-F5344CB8AC3E}">
        <p14:creationId xmlns:p14="http://schemas.microsoft.com/office/powerpoint/2010/main" val="2649474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</Words>
  <Application>Microsoft Office PowerPoint</Application>
  <PresentationFormat>와이드스크린</PresentationFormat>
  <Paragraphs>16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쿠키 프로젝트</vt:lpstr>
      <vt:lpstr>쿠키 추가 메뉴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gong-813-001</dc:creator>
  <cp:lastModifiedBy>gong-813-001</cp:lastModifiedBy>
  <cp:revision>3</cp:revision>
  <dcterms:created xsi:type="dcterms:W3CDTF">2026-04-23T09:34:25Z</dcterms:created>
  <dcterms:modified xsi:type="dcterms:W3CDTF">2026-04-23T09:35:36Z</dcterms:modified>
</cp:coreProperties>
</file>